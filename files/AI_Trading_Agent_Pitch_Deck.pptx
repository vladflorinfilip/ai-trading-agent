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7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91640" y="0"/>
            <a:ext cx="0" cy="5143500"/>
          </a:xfrm>
          <a:prstGeom prst="line">
            <a:avLst/>
          </a:prstGeom>
          <a:noFill/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160520" y="0"/>
            <a:ext cx="0" cy="5143500"/>
          </a:xfrm>
          <a:prstGeom prst="line">
            <a:avLst/>
          </a:prstGeom>
          <a:noFill/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94960" y="0"/>
            <a:ext cx="0" cy="5143500"/>
          </a:xfrm>
          <a:prstGeom prst="line">
            <a:avLst/>
          </a:prstGeom>
          <a:noFill/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629400" y="0"/>
            <a:ext cx="0" cy="5143500"/>
          </a:xfrm>
          <a:prstGeom prst="line">
            <a:avLst/>
          </a:prstGeom>
          <a:noFill/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0" y="0"/>
            <a:ext cx="0" cy="5143500"/>
          </a:xfrm>
          <a:prstGeom prst="line">
            <a:avLst/>
          </a:prstGeom>
          <a:noFill/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098280" y="0"/>
            <a:ext cx="0" cy="5143500"/>
          </a:xfrm>
          <a:prstGeom prst="line">
            <a:avLst/>
          </a:prstGeom>
          <a:noFill/>
          <a:ln w="6350">
            <a:solidFill>
              <a:srgbClr val="1A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0D4AA"/>
                </a:solidFill>
              </a:rPr>
              <a:t>LABLAB.AI HACKATHON  ·  APR 2026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100584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Trading Agent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548640" y="22402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</a:t>
            </a: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· </a:t>
            </a:r>
            <a:r>
              <a:rPr lang="en-US" sz="2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BTC trading pipeline with ERC-8004 identity,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checkpoints, and Kraken execution — deployed live on Railway.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365760"/>
            <a:ext cx="2560320" cy="438912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37960" y="5669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+1.09%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37960" y="95097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P&amp;L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252728"/>
            <a:ext cx="2286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37960" y="13898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37960" y="17739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2075688"/>
            <a:ext cx="2286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37960" y="221284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89/100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537960" y="25968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0" y="2898648"/>
            <a:ext cx="2286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30358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537960" y="34198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3721608"/>
            <a:ext cx="2286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37960" y="385876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$55K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537960" y="42428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Pool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150" dirty="0">
                <a:solidFill>
                  <a:srgbClr val="8899BB"/>
                </a:solidFill>
              </a:rPr>
              <a:t>ERC-8004  ·  EIP-712  ·  Kraken CLI  ·  Sepolia  ·  Railway  ·  Redis  ·  Svelte  ·  FastAPI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agents are opaque.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auditability. No trust.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97480" cy="2743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574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42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Decisions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9718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happen without explainability or verifiable reasoning trails.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920240"/>
            <a:ext cx="2697480" cy="2743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0574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542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On-Chain Identity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37560" y="29718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lack persistent identity, reputation, or attestation.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920240"/>
            <a:ext cx="2697480" cy="2743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057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542032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Risk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17920" y="2971800"/>
            <a:ext cx="2514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on-chain risk gating before execution — catastrophic in volatile markets.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fully autonomous, verifiable AI trading agent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on-chain identity and live execution.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737360"/>
            <a:ext cx="2011680" cy="2926080"/>
          </a:xfrm>
          <a:prstGeom prst="rect">
            <a:avLst/>
          </a:prstGeom>
          <a:solidFill>
            <a:srgbClr val="0F1B35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33272" y="1664208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33272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OHLC, orderbook &amp; ticker via Kraken CLI. Computes RSI, MACD, Bollinger, ATR in Python — not by the LLM.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67712" y="320040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32304" y="1737360"/>
            <a:ext cx="2011680" cy="2926080"/>
          </a:xfrm>
          <a:prstGeom prst="rect">
            <a:avLst/>
          </a:prstGeom>
          <a:solidFill>
            <a:srgbClr val="0F1B35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9544" y="166420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9544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23744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23744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BUY / SELL / HOLD with position sizing. Structured JSON output via Gemini / Mistral fallback.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43984" y="320040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08576" y="1737360"/>
            <a:ext cx="2011680" cy="2926080"/>
          </a:xfrm>
          <a:prstGeom prst="rect">
            <a:avLst/>
          </a:prstGeom>
          <a:solidFill>
            <a:srgbClr val="0F1B35"/>
          </a:solidFill>
          <a:ln w="1905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85816" y="1664208"/>
            <a:ext cx="457200" cy="457200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85816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0016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0016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RESIZE, or VETO before any execution. Enforces concentration limits and volatility guards.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20256" y="3200400"/>
            <a:ext cx="164592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84848" y="1737360"/>
            <a:ext cx="2011680" cy="2926080"/>
          </a:xfrm>
          <a:prstGeom prst="rect">
            <a:avLst/>
          </a:prstGeom>
          <a:solidFill>
            <a:srgbClr val="0F1B35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562088" y="1664208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62088" y="1664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76288" y="2194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+ Attest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76288" y="2697480"/>
            <a:ext cx="1828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Kraken CLI executes (paper mode). EIP-712 checkpoint signed and posted to Sepolia via ERC-8004 registry.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8A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dashboard — paper trading on Kraken BTC/USD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Three-stage multi-agent pipeline, each powered by Gemini / Mistral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Production-grade infrastructure, live on Railway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503920" cy="64008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14300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05840" y="13898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Svelte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08960" y="1280160"/>
            <a:ext cx="0" cy="32004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46120" y="1188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dashboard: performance, pipeline, history, LLM stats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1856232"/>
            <a:ext cx="8503920" cy="64008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96596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19019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005840" y="2148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108960" y="2039112"/>
            <a:ext cx="0" cy="32004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3246120" y="19476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pipeline API — structured outputs, Gemini/Mistral LLMs, TA indicators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65760" y="2615184"/>
            <a:ext cx="8503920" cy="64008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724912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266090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LOOP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005840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TS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108960" y="2798064"/>
            <a:ext cx="0" cy="32004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3246120" y="270662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agent — polls every 3 min, executes Kraken CLI, posts ERC-8004 on-chain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365760" y="3374136"/>
            <a:ext cx="8503920" cy="64008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48386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5840" y="34198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005840" y="366674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3108960" y="3557016"/>
            <a:ext cx="0" cy="32004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/>
          <p:nvPr/>
        </p:nvSpPr>
        <p:spPr>
          <a:xfrm>
            <a:off x="3246120" y="34655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checkpoints, trade history, pipeline run log across all services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365760" y="4133088"/>
            <a:ext cx="8503920" cy="64008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242816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05840" y="41788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1005840" y="442569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/ Sepolia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3108960" y="4315968"/>
            <a:ext cx="0" cy="320040"/>
          </a:xfrm>
          <a:prstGeom prst="line">
            <a:avLst/>
          </a:prstGeom>
          <a:noFill/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/>
          <p:nvPr/>
        </p:nvSpPr>
        <p:spPr>
          <a:xfrm>
            <a:off x="3246120" y="422452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Registry, RiskRouter, EIP-712 checkpoints, ValidationRegistry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TRUST LAYER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ERC-8004 Agent Identity + EIP-712 Checkpoints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64008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612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Registry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on-chain identity for the trading agent (Agent #11, Sepolia)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56232"/>
            <a:ext cx="64008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Score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1305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89/100 reputation, updated per trade — trustless verifier can inspect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569464"/>
            <a:ext cx="64008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Registry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84378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Attestations for every key action: intents, risk checks, PnL realisation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282696"/>
            <a:ext cx="64008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009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Checkpoints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5701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594 signed checkpoints in checkpoints.jsonl — cryptographically verifiable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95928"/>
            <a:ext cx="64008" cy="5029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0142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Router Contract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7024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gating: validateTrade() must approve before any execution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1097280"/>
            <a:ext cx="393192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7492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Verify a checkpoint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7492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 verifyCheckpoint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'./checkpoint.js'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</a:t>
            </a: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verifyCheckpoint(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checkpoint,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AGENT_REGISTRY_ADDRESS,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11155111,  // Sepolia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EXPECTED_SIGNER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STATS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8,235 total LLM calls · automatic Gemini → Mistral fallback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0584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running live, all day, all hackathon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1600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64008" cy="1600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+1.09%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P&amp;L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$10,108 from $10,000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743200" cy="1600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6400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280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Executed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194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buy · 58 sell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743200" cy="1600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09728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12801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26364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Runs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2194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39s latency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926080"/>
            <a:ext cx="2743200" cy="1600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64008" cy="16002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108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023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EIP-712 signed on Sepolia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926080"/>
            <a:ext cx="2743200" cy="1600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46120" y="2926080"/>
            <a:ext cx="64008" cy="1600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3108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A62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85/100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38328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83280" y="4023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quality signal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26080"/>
            <a:ext cx="2743200" cy="1600200"/>
          </a:xfrm>
          <a:prstGeom prst="rect">
            <a:avLst/>
          </a:prstGeom>
          <a:solidFill>
            <a:srgbClr val="0F1B35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6400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263640" y="31089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8,235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26364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40233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22% · Mistral 78%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41732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37744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3756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5780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7804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13816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098280" y="73152"/>
            <a:ext cx="0" cy="5070348"/>
          </a:xfrm>
          <a:prstGeom prst="line">
            <a:avLst/>
          </a:prstGeom>
          <a:noFill/>
          <a:ln w="6350">
            <a:solidFill>
              <a:srgbClr val="131E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production trading agent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 is trustless by design.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371600" y="2423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Multi-agent AI pipeline (Market Analyst → Trader → Risk Manager)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371600" y="28163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Live Kraken paper trading, every 3 minutes, around the clock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371600" y="3209544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ERC-8004 on-chain identity + EIP-712 signed decision checkpoints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71600" y="3602736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Full-stack Railway deployment: Svelte · FastAPI · Redis · Node.js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71600" y="39959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Automatic Gemini → Mistral fallback — zero downtime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LabLab.ai AI Trading Agents Hackathon  ·  March 30 – April 12, 2026</a:t>
            </a:r>
          </a:p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636</Words>
  <Application>Microsoft Macintosh PowerPoint</Application>
  <PresentationFormat>On-screen Show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Vlad Filip</cp:lastModifiedBy>
  <cp:revision>2</cp:revision>
  <dcterms:created xsi:type="dcterms:W3CDTF">2026-04-11T19:42:05Z</dcterms:created>
  <dcterms:modified xsi:type="dcterms:W3CDTF">2026-04-11T19:44:41Z</dcterms:modified>
</cp:coreProperties>
</file>